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Phase 1 Vocabulary Analysis</a:t>
            </a:r>
          </a:p>
          <a:p>
            <a:pPr>
              <a:spcBef>
                <a:spcPts val="1200"/>
              </a:spcBef>
              <a:defRPr sz="1400">
                <a:solidFill>
                  <a:srgbClr val="666666"/>
                </a:solidFill>
              </a:defRPr>
            </a:pPr>
            <a:r>
              <a:t>Full report · 11 datasets · 3 variants · 32 runs · fold 0 · unthresholded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Scope &amp;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Covers all 32 completed dataset×variant combinations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Excluded: ogbg-molhiv / all_fallback_bpe (not yet generated)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Blue = rbrics_old (* keys) · Red = rbrics ([*] keys) · Green = all_fallback_bpe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Regression (esol, Lipophilicity): vocabs + stats only; rules intentionally empty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Vocabulary size — all datasets</a:t>
            </a:r>
          </a:p>
        </p:txBody>
      </p:sp>
      <p:pic>
        <p:nvPicPr>
          <p:cNvPr id="3" name="Picture 2" descr="vocab_size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3302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Mean fragments per graph — all datasets</a:t>
            </a:r>
          </a:p>
        </p:txBody>
      </p:sp>
      <p:pic>
        <p:nvPicPr>
          <p:cNvPr id="3" name="Picture 2" descr="motifs_per_graph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33043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Motifs with ≥1% support — all datasets</a:t>
            </a:r>
          </a:p>
        </p:txBody>
      </p:sp>
      <p:pic>
        <p:nvPicPr>
          <p:cNvPr id="3" name="Picture 2" descr="above_1pc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3302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Classification rules mined — all classifiers</a:t>
            </a:r>
          </a:p>
        </p:txBody>
      </p:sp>
      <p:pic>
        <p:nvPicPr>
          <p:cNvPr id="3" name="Picture 2" descr="n_rule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3302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Mutagenicity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Mutagenicity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Mutagen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Mutagenicity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*c1ccc(C=*)o1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*[NH+]([O-])O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(159 total): (*[N+](=O)[O-]) ∨ (*c1ccccc1) ∨ (*OC) ∨ (*CC)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Mutagenicity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8.4%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[*]c1ccc(C=[*])o1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(157 total): ([*][N+](=O)[O-]) ∨ ([*]c1ccccc1) ∨ ([*]OC) ∨ ([*]CC)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Mutagenicity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11.2%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*[N+](=O)[O-]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*[NH+]([O-])O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*N(*)N=O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(156 total): (*C(*)=O) ∨ (*[N+](=O)[O-]) ∨ (*c1ccccc1) ∨ (*CC)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BBBP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BBBP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BB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81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BBBP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17.4%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*CC(*)F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*OC(C)(C)O*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*C(=*)C(*)(C)C(*)(F)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*c1ccc(*)c(*)c1*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(*CC*) ∨ (*c1ccccc1) ∨ (*C(*)=O) ∨ (*OC)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BBBP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13.4%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[*]CCC=[*]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[*]c1ccc2c(c1)N([*])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[*]C(=O)CC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([*]c1ccccc1) ∨ ([*]CC) ∨ ([*]OC) ∨ ([*]CC([*])=O)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BBBP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20.7%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*CCCC(=O)c1ccc(F)cc1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*c1ccc2c(c1)N(*)c1cc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*N1CCC(*)(*)CC1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(159 total): (*C(*)=O) ∨ (*c1ccccc1) ∨ (*CO) ∨ (*CC ∧ *C(*)C)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hERG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hERG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163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163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hE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hERG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20.4%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*c1ocnc1C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*c1nnc(*)n1C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*CCN(*)CC*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*c1[nH]c2ccccc2c1*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(163 total): (*C(*)=O) ∨ (*OC) ∨ (*CCC*)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hERG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[*]c1ccc([*])cc1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[*]c1ocnc1C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[*]c1nnc([*])n1C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[*]S[*]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[*]CC(O)C[*]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(163 total): ([*]C([*])=O) ∨ ([*]CC[*]) ∨ ([*]CCC[*])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hERG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21.2%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*CCCSc1nnc(*)n1C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*CCCSc1nnc(-c2ocnc2C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*CC(O)C*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*c1ccc(Cl)c(Cl)c1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*C12CCC(*)(CC1)OC2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(*C(*)=O) ∨ (*c1ccccc1) ∨ (*C(F)(F)F) ∨ (*N(*)C)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Benzene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Benzene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Benz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Benzene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14.7%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*c1cccc2ccccc12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*c1ccc(*)c(*)c1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(161 total): (*C(*)=O) ∨ (*CC) ∨ (*CC*) ∨ (*C(C)C)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Benzene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14.7%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[*]c1ccc([*])cc1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[*]c1cccc2ccccc12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(161 total): ([*]C([*])=O) ∨ ([*]CC) ∨ ([*]CC[*]) ∨ ([*]C(C)C)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Benzene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16.2%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*c1cccc(F)c1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*c1cccc2ccccc12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(162 total): (*C(*)=O)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Alkane_Carbonyl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Alkane_Carbonyl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Alkane_Carbony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Alkane_Carbonyl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17.8%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*[NH2+]*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*CC(O)C*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*S(*)(=O)=O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(162 total): (*C(*)=O) ∨ (*CC*) ∨ (*c1ccccc1) ∨ (*S(*)(=O)=O)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Alkane_Carbonyl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17.8%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[*][NH2+][*]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[*]CC(O)C[*]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[*]S([*])(=O)=O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[*]c1noc([*])n1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(162 total): ([*]C([*])=O) ∨ ([*]OC) ∨ ([*]CC[*]) ∨ ([*]C([*])C)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Alkane_Carbonyl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26.6%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*[NH2+]*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*CC(O)C*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*S(*)(=O)=O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*c1noc(*)n1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(*C(*)=O) ∨ (*S(*)(=O)=O) ∨ (*N(*)C)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Fluoride_Carbonyl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Fluoride_Carbonyl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Fluoride_Carbony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Fluoride_Carbonyl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14.9%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*CC=*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*c1ccc(C=*)cc1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*C=CC*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*N1C(=O)C(=*)SC1=S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(*C(*)=O) ∨ (*OC) ∨ (*CC) ∨ (*c1ccc(F)cc1)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Fluoride_Carbonyl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14.9%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[*]CC=[*]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[*]c1ccc(C=[*])cc1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[*]N1C(=O)C(=[*])SC1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[*]C(=O)C(=[*])C#N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[*]=Cc1ccc(F)cc1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([*]C([*])=O) ∨ ([*]OC) ∨ ([*]CC) ∨ ([*]c1ccc(F)cc1)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Fluoride_Carbonyl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*C=*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24.2%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*C=*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*c1ccc(C=*)cc1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*C(=O)C(=*)C#N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*N1C(=O)C(=*)SC1=S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(*C(*)=O) ∨ (*C(F)(F)F) ∨ (*c1ccc(F)cc1)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Lipophilicity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Regression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Lipophilicity  ·  Regression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Lipophi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Lipophilicity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*c1ccc(*)cc1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Lipophilicity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[*]c1ccc([*])cc1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Lipophilicity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53.2%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esol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Regression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esol  ·  Regression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e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814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esol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8.6%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esol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7.4%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[*]C(C)C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esol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9.8%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0" y="109728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Regression dataset</a:t>
            </a:r>
            <a:br/>
            <a:br/>
            <a:r>
              <a:t>No class-discriminative motifs</a:t>
            </a:r>
            <a:br/>
            <a:r>
              <a:t>(rules.json intentionally empty)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mutag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mutag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mu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*C(F)C(F)C(F)C(*)F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*C(F)(F)C(F)(F)C(F)(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*C(*)(*)F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*C(F)C(F)C(*)P(N)N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(160 total): (*C(F)(F)F) ∨ (*C(*)C(*)*) ∨ (*C1C(F)C(F)C(F)C(F)C1F) ∨ (*C(*)C(*)C(*)C(*)*)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[*]C1C(F)C(F)C(F)C(F)C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4.9%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[*]C([*])([*])F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[*]C([*])([*])[*]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[*]C(F)(F)C(F)(F)C(F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[*]C([*])([*])F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106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(83 total): ([*]C(F)(F)F) ∨ ([*]NC(F)(F)F) ∨ ([*]C1C(F)C(F)C(F)C(F)C1F) ∨ ([*]C(F)(F)F ∧ [*]NC(F)(F)F)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mutag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29.6%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24.7%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*P(F)F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*C(C(F)(F)F)(C(F)(F)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*C(F)(F)C(F)(F)C(F)(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109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(175 total): (*C(F)(F)F)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ogbg-molhiv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ogbg-molhiv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missing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ogbg-molh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571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ogbg-molhiv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19.2%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18.6%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*C(C)=O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*CC(*)C(*)=O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(162 total): (*c1ccccc1) ∨ (*OC) ∨ (*CC) ∨ (*CC*)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ogbg-molhiv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17.3%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17.1%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[*]C(C)=O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141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[*]CCCC[*]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[*]O[*]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[*]C(F)(F)F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(161 total): ([*]c1ccccc1) ∨ ([*]OC) ∨ ([*]CC) ∨ ([*][N+](=O)[O-])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ogbg-molbace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Task: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Following slides: overview + per-variant motif statistics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ogbg-molbace  ·  Classification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777240"/>
          <a:ext cx="548640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594360"/>
                <a:gridCol w="502920"/>
                <a:gridCol w="685800"/>
                <a:gridCol w="502920"/>
                <a:gridCol w="685800"/>
                <a:gridCol w="502920"/>
              </a:tblGrid>
              <a:tr h="278892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Graphs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Vocab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≥1%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Mean frags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Min-Max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Rules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old (*)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rBRICS legacy ([*])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180</a:t>
                      </a:r>
                    </a:p>
                  </a:txBody>
                  <a:tcPr/>
                </a:tc>
              </a:tr>
              <a:tr h="27889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all + fallback + BPE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ength_ogbg-molb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8321040" cy="367814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ogbg-molbace / rBRICS old (*)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*c1cccc(*)c1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41.8%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*[NH2+]*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*CC(*)C(O)C*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32.6%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188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*CC(C)(C)N=C(*)N*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*n1c(N)nc2cc(Cl)ccc2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*c1cnc(*)c(*)c1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*C#C*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*c1cc(=O)n(C)c(N)n1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(180 total): (*c1cccc(*)c1)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ogbg-molbace / rBRICS legacy ([*])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52.1%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[*]c1cccc([*])c1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47.4%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40.5%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[*][NH2+][*]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34.0%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[*]CC([*])C(O)C[*]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32.6%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[*]C([*])=O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[*]n1c(N)nc2cc(Cl)cc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[*]NC1=NC(C)(C)Cc2cc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[*][NH2+]C1CC2(CCC2)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[*]C#C[*]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92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[*]c1cc(=O)n(C)c(N)n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[*]C1CC1[*]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(180 total): ([*]c1cccc([*])c1)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1A"/>
                </a:solidFill>
              </a:defRPr>
            </a:pPr>
            <a:r>
              <a:t>ogbg-molbace / all + fallback + BPE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777240"/>
          <a:ext cx="3977639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Top frequent SMARTS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Freq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35.7%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*c1cccc(*)c1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*O*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31.7%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26.3%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*C(*)=O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777240"/>
          <a:ext cx="411480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</a:tblGrid>
              <a:tr h="269094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Class-skewed motif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|Δ|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*C(=O)c1cc2c3c(c1)c(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*[NH2+]C1CC2(CCC2)Oc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*c1ccc(C2CC2c2cc(=O)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96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*c1ccc2c(c1)C1(COC(N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2690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*NC(Cc1cccc(*)c1)C(O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691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*n1c(N)nc2cc(Cl)ccc2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0632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Best rule (168 total): (*c1cccc(*)c1) ∨ (*C(*)=O) ∨ (*c1cccc(*)c1 ∧ *C(C)(C)C)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all_fallback_bpe (green) consistently yields the smallest vocabulary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rbrics (red) often has the largest vocab; rbrics_old (blue) is similar in fragment counts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Class-skewed motifs overlap with top rules — aromatic, carbonyl, nitro groups on Mutagenicity/BBBP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ogbg-molhiv vocabs are 18–22k motifs unthresholded; phase 3 thresholding required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All 32 artifacts passed structural validation (matrix shapes, JSON syntax, SMARTS routing)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